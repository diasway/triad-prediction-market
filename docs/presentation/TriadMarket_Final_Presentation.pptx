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TriadMarket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76656" y="26974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DAO-governed on-chain prediction market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</a:rPr>
              <a:t>Mukhametkali Dias  |  Qaldyqan Yerzat  |  Rudov Andrew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40416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Blockchain Technologies 2 — Final Project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Scenario and product idea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Option D: binary outcome market with AMM pricing and oracle resolution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54864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• Users trade YES/NO outcome shares for a future event.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• Outcome shares are ERC-1155 tokens created per market.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• Trading uses our own constant-product AMM with 0.3% fee.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5E7EB"/>
                </a:solidFill>
              </a:rPr>
              <a:t>• Resolution uses a Chainlink price feed through a staleness-checked adapter.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146304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Core thesis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1828800"/>
            <a:ext cx="3840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project is not only smart contracts. It is a full protocol package: contracts, tests, audit, frontend, subgraph, CI, deployment scripts, and presentation.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Requirement coverage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Mapping the rubric to concrete 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5156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UUPS upgrade: UpgradeableTreasury V1 -&gt; V2.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CREATE + CREATE2: MarketFactory deploys deterministic markets and AMMs.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Token standards: ERC20Votes/Permit, ERC-1155, ERC-4626.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DeFi primitive: scratch-built CPMM with LP tokens.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Oracle + governance + L2 deployment scripts included.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Architecture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protocol is split into clear security domains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Tokens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9260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TRIAD governance token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OutcomeToken ERC-1155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LP token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ERC-4626 fee vault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480560" y="13258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Protocol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480560" y="1691640"/>
            <a:ext cx="29260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MarketFactory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PredictionMarket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OutcomeAMM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ChainlinkPriceOracle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0" y="13258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Governance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38160" y="1691640"/>
            <a:ext cx="292608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Governor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TimelockController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Proposal lifecycle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</a:rPr>
              <a:t>• Treasury control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Critical authority moves to Timelock after deployment, so individual deployer/admin power is reduced.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Trading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How a trader uses the market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539496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Trader deposits collateral into PredictionMarket.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Market mints equal YES and NO ERC-1155 outcome shares.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Trader swaps one outcome for the other in OutcomeAMM.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AMM enforces x*y=k and min-output slippage protection.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After resolution, winning shares redeem collateral.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66560" y="1828800"/>
            <a:ext cx="4389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Main invariant: after a swap, the reserve product should not decrease except for precisely accounted rounding and fee logic.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Governance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Full OpenZeppelin Governor stack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3657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TRIAD holders delegate voting power before proposing/voting.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Voting delay: 1 day; voting period: 1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Quorum: 4%; proposal threshold: 1%.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Timelock delay: 2 days before execution.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Post-deployment script checks that no admin backdoor remains.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Security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Defenses required by the rubric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CEI and ReentrancyGuard are used on external state-changing flows.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All ERC-20 transfers use SafeERC20.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Privileged functions use Ownable or AccessControl.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No tx.origin authorization; no transfer/send ETH pattern.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Case studies reproduce and fix reentrancy and access-control vulnerabilities.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Oracle and resolution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Chainlink adapter protects market resolution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24128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Adapter checks answer &gt; 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Adapter checks answeredInRound &gt;= roundId.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Adapter rejects stale prices older than maxAge.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Market resolves YES if price &gt;= threshold after dispute window.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This keeps oracle validation in one auditable place.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Frontend and subgraph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Full-stack protocol demonstration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51560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Wallet connection through MetaMask and WalletConnect.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Reads TRIAD balance, voting power, delegate address, and market state.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Supports state-changing actions: delegate, vote, deposit/swap flow.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Subgraph indexes Market, Trade, LiquidityPosition, VaultDeposit, ProposalSnapshot.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UI handles wrong network, rejected transactions, and insufficient balances.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Testing and CI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How the project is defended technically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69848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Unit tests target every public/external function and revert path.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Fuzz tests cover swaps, vault actions, and voting power.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Invariant tests cover AMM k, supply conservation, and treasury accounting.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Fork tests are prepared for USDC, Uniswap router, and Chainlink feed checks.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5E7EB"/>
                </a:solidFill>
              </a:rPr>
              <a:t>• GitHub Actions runs build, tests, coverage, Slither, linting, and frontend build.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Team contribution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Each member owns a domain but must understand the whole system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515600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Dias: AMM, outcome token, vault, gas report.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Qaldyqan: governance, oracle, upgradeability, audit report.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Andrew: frontend, subgraph, CI/CD, deployment documentation.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</a:rPr>
              <a:t>• During Q&amp;A, every member can explain the architecture and critical security assumptions.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Final defense message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What we want the instructor to remember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1498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TriadMarket demonstrates the required Blockchain Technologies 2 domains in one coherent protocol: tokens, DeFi AMM, oracle safety, governance, upgradeability, indexing, frontend, DevOps, and security review.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40690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The strongest defense angle: every major design choice is documented, tested, and connected to a rubric requirement.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6960" y="644652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TriadMarket |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Blockchain Technologies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TriadMarket Final Presentation</dc:title>
  <dc:subject>TriadMarket Final Project</dc:subject>
  <dc:creator>Mukhametkali Dias, Qaldyqan Yerzat, Rudov Andrew</dc:creator>
  <cp:lastModifiedBy>Mukhametkali Dias, Qaldyqan Yerzat, Rudov Andrew</cp:lastModifiedBy>
  <cp:revision>1</cp:revision>
  <dcterms:created xsi:type="dcterms:W3CDTF">2026-05-17T13:00:09Z</dcterms:created>
  <dcterms:modified xsi:type="dcterms:W3CDTF">2026-05-17T13:00:09Z</dcterms:modified>
</cp:coreProperties>
</file>